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真实 PPT 中文测试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项目预算 1500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4572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第二张：结论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按期交付，预算 1500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